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9144000"/>
            <a:ext cx="9144000" cy="9144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播客逐字稿产品</a:t>
            </a:r>
            <a:br/>
            <a:r>
              <a:t>可行性分析报告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FF"/>
                </a:solidFill>
              </a:defRPr>
            </a:pPr>
            <a:r>
              <a:t>深度市场调研 · 技术方案 · 商业模式 · 风险评估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C8"/>
                </a:solidFill>
              </a:defRPr>
            </a:pPr>
            <a:r>
              <a:t>2026年1月9日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01. 执行摘要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02. 市场规模分析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03. 竞品深度对比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04. 用户画像研究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05. 技术可行性评估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06. 成本模型分析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07. 商业模式设计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08. SWOT战略分析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09. 风险与挑战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10. 替代方案建议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11. 技术栈推荐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12. 行动路线图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13. 最终建议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35400"/>
                </a:solidFill>
              </a:defRPr>
            </a:pPr>
            <a:r>
              <a:t>⚠️ 综合评分：5.5/10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技术可行性：可行，方案成熟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市场需求：存在，但规模有限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商业潜力：谨慎，竞争激烈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个人开发：困难，资源有限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综合评估：建议重新思考或大幅调整方向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市场规模：中国长音频市场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核心数据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2024年市场规模：310亿元人民币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2025年预计：337亿元（增长率8.6%）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2026年预测：380亿元</a:t>
            </a:r>
          </a:p>
          <a:p>
            <a:pPr>
              <a:spcAft>
                <a:spcPts val="1000"/>
              </a:spcAft>
              <a:defRPr b="1" sz="2000"/>
            </a:pPr>
            <a:r>
              <a:t>增长驱动因素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车载音频市场快速增长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智能音箱普及率提升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在线教育和内容付费兴起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市场规模：中国播客市场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播客市场规模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2025年预计突破：50亿元人民币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年增长率：约8%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占长音频市场比例：约15%</a:t>
            </a:r>
          </a:p>
          <a:p>
            <a:pPr>
              <a:spcAft>
                <a:spcPts val="1000"/>
              </a:spcAft>
              <a:defRPr b="1" sz="2000"/>
            </a:pPr>
            <a:r>
              <a:t>用户规模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2025年播客用户：1.5亿人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2026年预测：突破1.7亿人</a:t>
            </a:r>
          </a:p>
          <a:p>
            <a:pPr>
              <a:spcAft>
                <a:spcPts val="1000"/>
              </a:spcAft>
              <a:defRPr b="1" sz="2000"/>
            </a:pPr>
            <a:r>
              <a:t>关键洞察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播客市场只是长音频的一个细分领域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小宇宙播客平台数据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用户规模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2023年底月活：约600万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2024年增长：50%（破圈趋势明显）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2024年推算月活：约900万</a:t>
            </a:r>
          </a:p>
          <a:p>
            <a:pPr>
              <a:spcAft>
                <a:spcPts val="1000"/>
              </a:spcAft>
              <a:defRPr b="1" sz="2000"/>
            </a:pPr>
            <a:r>
              <a:t>市场地位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在长音频市场：第二梯队（vs 喜马拉雅73.5%）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在播客垂直领域：头部平台</a:t>
            </a:r>
          </a:p>
          <a:p>
            <a:pPr>
              <a:spcAft>
                <a:spcPts val="1000"/>
              </a:spcAft>
              <a:defRPr b="1" sz="2000"/>
            </a:pPr>
            <a:r>
              <a:t>关键问题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可服务用户：900万 × 5%（有转录需求）= 45万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竞品分析：飞书妙记（字节跳动）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产品定位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通用音视频转文字工具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面向会议、访谈、课堂等场景</a:t>
            </a:r>
          </a:p>
          <a:p>
            <a:pPr>
              <a:spcAft>
                <a:spcPts val="1000"/>
              </a:spcAft>
              <a:defRPr b="1" sz="2000"/>
            </a:pPr>
            <a:r>
              <a:t>核心优势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免费额度：300分钟/月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功能强大：实时转录、说话人区分、AI摘要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字节生态支持，品牌信任度高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支持多语言识别</a:t>
            </a:r>
          </a:p>
          <a:p>
            <a:pPr>
              <a:spcAft>
                <a:spcPts val="1000"/>
              </a:spcAft>
              <a:defRPr b="1" sz="2000"/>
            </a:pPr>
            <a:r>
              <a:t>劣势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非播客特化产品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需手动上传音频，无法直接从小宇宙获取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竞品分析：通义听悟（阿里云）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产品定位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AI驱动的音视频转写工具</a:t>
            </a:r>
          </a:p>
          <a:p>
            <a:pPr>
              <a:spcAft>
                <a:spcPts val="1000"/>
              </a:spcAft>
              <a:defRPr b="1" sz="2000"/>
            </a:pPr>
            <a:r>
              <a:t>核心优势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定价有竞争力：29元/月，10小时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AI能力强大（阿里大模型支持）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支持实时转录和后处理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超出部分：2元/小时</a:t>
            </a:r>
          </a:p>
          <a:p>
            <a:pPr>
              <a:spcAft>
                <a:spcPts val="1000"/>
              </a:spcAft>
              <a:defRPr b="1" sz="2000"/>
            </a:pPr>
            <a:r>
              <a:t>劣势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同样非播客特化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没有小宇宙集成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需要上传音频文件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竞品功能对比矩阵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飞书妙记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通义听悟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你的产品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语音转文字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说话人分离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播客特化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实时同步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小宇宙集成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时间轴跳转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免费300分钟/月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29元/月10h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待定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竞品威胁评估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237E"/>
                </a:solidFill>
              </a:defRPr>
            </a:pPr>
            <a:r>
              <a:t>🔴 主要威胁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飞书/通义可能快速跟进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一旦看到市场机会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3个月内可推出类似功能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利用现有基础设施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边际成本几乎为零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通过品牌优势快速获取用户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用户迁移成本低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如果竞品添加类似功能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用户没有理由切换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63946"/>
                </a:solidFill>
              </a:defRPr>
            </a:pPr>
            <a:r>
              <a:t>🔴 长期风险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价格战压力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你无法承担与大厂的价格战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他们可以长期免费来扼杀竞争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品牌信任度差距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用户更信任大厂产品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数据安全和隐私顾虑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结论：成为"先烈"的风险高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用户画像：年龄与地域分布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年龄分布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26-35岁：45%（核心主力）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18-25岁：25%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36-45岁：22%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46岁+：8%</a:t>
            </a:r>
          </a:p>
          <a:p>
            <a:pPr>
              <a:spcAft>
                <a:spcPts val="1000"/>
              </a:spcAft>
              <a:defRPr b="1" sz="2000"/>
            </a:pPr>
            <a:r>
              <a:t>城市等级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一线城市：35%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新一线城市：28%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二线城市：22%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三线及以下：15%</a:t>
            </a:r>
          </a:p>
          <a:p>
            <a:pPr>
              <a:spcAft>
                <a:spcPts val="1000"/>
              </a:spcAft>
              <a:defRPr b="1" sz="2000"/>
            </a:pPr>
            <a:r>
              <a:t>关键洞察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一线+新一线占63%，机会成本高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用户画像：职业与付费意愿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职业分布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在职员工：55%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学生：28%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自由职业：10%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其他：7%</a:t>
            </a:r>
          </a:p>
          <a:p>
            <a:pPr>
              <a:spcAft>
                <a:spcPts val="1000"/>
              </a:spcAft>
              <a:defRPr b="1" sz="2000"/>
            </a:pPr>
            <a:r>
              <a:t>付费意愿调查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42%愿意付费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35%考虑付费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23%不愿意付费</a:t>
            </a:r>
          </a:p>
          <a:p>
            <a:pPr>
              <a:spcAft>
                <a:spcPts val="1000"/>
              </a:spcAft>
              <a:defRPr b="1" sz="2000"/>
            </a:pPr>
            <a:r>
              <a:t>价格接受度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单集/系列：≤50元人民币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用户对价格敏感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可服务市场测算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63946"/>
                </a:solidFill>
              </a:defRPr>
            </a:pPr>
            <a:r>
              <a:t>1.8 - 9万人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小宇宙月活：900万人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对转录有需求：5% = 45万人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愿意付费：20% = 9万人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关键问题：你如何触达这9万人？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关键问题：你如何说服他们付费？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技术可行性：小宇宙数据提取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非官方API方案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GitHub项目：ultrazg/xyz（小宇宙FM API）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功能：获取音频、单集详情、Show Notes、时间轴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直接API：api.xiaoyuzhoufm.com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RSSHub：开源RSS生成方案</a:t>
            </a:r>
          </a:p>
          <a:p>
            <a:pPr>
              <a:spcAft>
                <a:spcPts val="1000"/>
              </a:spcAft>
              <a:defRPr b="1" sz="2000"/>
            </a:pPr>
            <a:r>
              <a:t>可提取信息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标题、节目名称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Show Notes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时间轴（部分播客）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音频文件下载链接</a:t>
            </a:r>
          </a:p>
          <a:p>
            <a:pPr>
              <a:spcAft>
                <a:spcPts val="1000"/>
              </a:spcAft>
              <a:defRPr b="1" sz="2000"/>
            </a:pPr>
            <a:r>
              <a:t>⚠️ 风险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非官方API可能随时失效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技术可行性：逐字稿生成与说话人区分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核心技术栈：WhisperX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OpenAI Whisper的增强版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集成说话人分离功能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支持词汇级时间戳（word-level timestamps）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中文识别准确率：95%+</a:t>
            </a:r>
          </a:p>
          <a:p>
            <a:pPr>
              <a:spcAft>
                <a:spcPts val="1000"/>
              </a:spcAft>
              <a:defRPr b="1" sz="2000"/>
            </a:pPr>
            <a:r>
              <a:t>技术实现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语音识别（ASR）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说话人分离（Speaker Diarization）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实时同步（&lt;500ms延迟）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自动标点和分行</a:t>
            </a:r>
          </a:p>
          <a:p>
            <a:pPr>
              <a:spcAft>
                <a:spcPts val="1000"/>
              </a:spcAft>
              <a:defRPr b="1" sz="2000"/>
            </a:pPr>
            <a:r>
              <a:t>结论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技术完全成熟，开源方案可用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成本模型：不同用户规模的月度成本（元）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用户规模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服务器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GPU算力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带宽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存储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总成本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1人(MVP)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¥110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¥800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1,000人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¥5,100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10,000人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¥30,000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100,000人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¥149,000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成本分析：关键发现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成本结构特点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GPU成本占比最高（60%）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WhisperX需要GPU加速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按需计费：1小时音频 ≈ ¥5-10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用户月均转录2小时，成本¥10-20</a:t>
            </a:r>
          </a:p>
          <a:p>
            <a:pPr>
              <a:spcAft>
                <a:spcPts val="1000"/>
              </a:spcAft>
              <a:defRPr b="1" sz="2000"/>
            </a:pPr>
            <a:r>
              <a:t>盈亏平衡困难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假设客单价：¥25/月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单用户可变成本：¥15/月（主要是GPU）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固定成本：¥3,000/月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盈亏平衡点：300付费用户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按3%转化率，需要10,000总用户</a:t>
            </a:r>
          </a:p>
          <a:p>
            <a:pPr>
              <a:spcAft>
                <a:spcPts val="1000"/>
              </a:spcAft>
              <a:defRPr b="1" sz="2000"/>
            </a:pPr>
            <a:r>
              <a:t>⚠️ 个人开发者资金压力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1,000用户：月支出¥5,100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10,000用户：月支出¥30,000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你能承担前期亏损吗？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商业模式：分层定价策略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目标用户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免费版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每月1集转录</a:t>
                      </a:r>
                    </a:p>
                    <a:p>
                      <a:r>
                        <a:t>基础逐字稿</a:t>
                      </a:r>
                    </a:p>
                    <a:p>
                      <a:r>
                        <a:t>7天保留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体验用户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标准版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¥19/月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每月5集转录</a:t>
                      </a:r>
                    </a:p>
                    <a:p>
                      <a:r>
                        <a:t>说话人区分</a:t>
                      </a:r>
                    </a:p>
                    <a:p>
                      <a:r>
                        <a:t>永久保留</a:t>
                      </a:r>
                    </a:p>
                    <a:p>
                      <a:r>
                        <a:t>导出功能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轻度用户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¥49/月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无限转录</a:t>
                      </a:r>
                    </a:p>
                    <a:p>
                      <a:r>
                        <a:t>实时同步</a:t>
                      </a:r>
                    </a:p>
                    <a:p>
                      <a:r>
                        <a:t>API访问</a:t>
                      </a:r>
                    </a:p>
                    <a:p>
                      <a:r>
                        <a:t>优先处理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重度用户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企业版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¥199/月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团队协作</a:t>
                      </a:r>
                    </a:p>
                    <a:p>
                      <a:r>
                        <a:t>批量处理</a:t>
                      </a:r>
                    </a:p>
                    <a:p>
                      <a:r>
                        <a:t>定制功能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内容团队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收入预测：10,000用户规模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保守场景（1%转化率）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付费用户：100人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月收入：¥1,900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月成本：¥30,000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月亏损：¥28,100</a:t>
            </a:r>
          </a:p>
          <a:p>
            <a:pPr>
              <a:spcAft>
                <a:spcPts val="1000"/>
              </a:spcAft>
              <a:defRPr b="1" sz="2000"/>
            </a:pPr>
            <a:r>
              <a:t>中等场景（3%转化率）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付费用户：300人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月收入：¥5,700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月成本：¥30,000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月亏损：¥24,300</a:t>
            </a:r>
          </a:p>
          <a:p>
            <a:pPr>
              <a:spcAft>
                <a:spcPts val="1000"/>
              </a:spcAft>
              <a:defRPr b="1" sz="2000"/>
            </a:pPr>
            <a:r>
              <a:t>乐观场景（5%转化率）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付费用户：500人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月收入：¥9,500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月成本：¥30,000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月亏损：¥20,500</a:t>
            </a:r>
          </a:p>
          <a:p>
            <a:pPr>
              <a:spcAft>
                <a:spcPts val="1000"/>
              </a:spcAft>
              <a:defRPr b="1" sz="2000"/>
            </a:pPr>
            <a:r>
              <a:t>⚠️ 结论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即使乐观场景，仍需40,000+用户才能盈亏平衡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SWOT分析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237E"/>
                </a:solidFill>
              </a:defRPr>
            </a:pPr>
            <a:r>
              <a:t>优势 Strengths ✅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垂直化聚焦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专注播客场景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体验可能更好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小宇宙深度集成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一键提取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减少用户操作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极致用户体验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个人开发者可以更快迭代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低成本起步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MVP阶段成本可控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63946"/>
                </a:solidFill>
              </a:defRPr>
            </a:pPr>
            <a:r>
              <a:t>劣势 Weaknesses 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个人开发资源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时间、精力、资金有限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无官方合作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小宇宙API可能随时失效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技术门槛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需要处理音频、AI、实时同步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资金有限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无法承担长期亏损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无法大规模营销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SWOT分析（续）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237E"/>
                </a:solidFill>
              </a:defRPr>
            </a:pPr>
            <a:r>
              <a:t>机会 Opportunities ✅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播客市场快速增长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年增长率8%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用户付费意愿提升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42%愿意付费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竞品未深耕播客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飞书/通义是通用产品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AI技术成熟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WhisperX开源可用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63946"/>
                </a:solidFill>
              </a:defRPr>
            </a:pPr>
            <a:r>
              <a:t>威胁 Threats 🔴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🔴 平台政策风险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小宇宙可能封禁非官方API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🔴 大厂可能入局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一旦被验证，大厂可快速跟进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🔴 用户获取成本高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没有品牌背书，获客困难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🔴 盈利不确定性强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需要4万+用户才能盈亏平衡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🔴 核心风险警示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风险1：大厂快速跟进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你花6个月开发产品，获得5,000用户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飞书/通义看到机会，3个月后推出类似功能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利用现有用户基础快速抢占市场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结果：你成为"先烈"</a:t>
            </a:r>
          </a:p>
          <a:p>
            <a:pPr>
              <a:spcAft>
                <a:spcPts val="1000"/>
              </a:spcAft>
              <a:defRPr b="1" sz="2000"/>
            </a:pPr>
            <a:r>
              <a:t>风险2：无法突破获客瓶颈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小宇宙900万用户，但他们如何知道你的产品？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你没有营销预算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获取10,000用户可能需要12-24个月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你能承担24个月的亏损吗？</a:t>
            </a:r>
          </a:p>
          <a:p>
            <a:pPr>
              <a:spcAft>
                <a:spcPts val="1000"/>
              </a:spcAft>
              <a:defRPr b="1" sz="2000"/>
            </a:pPr>
            <a:r>
              <a:t>风险3：技术债务和运维压力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你需要负责：开发、测试、运维、客服、营销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你有足够的精力吗？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替代方案1：播客知识管理工具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核心思路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不再只做"转录"，而是做"播客学习工具"</a:t>
            </a:r>
          </a:p>
          <a:p>
            <a:pPr>
              <a:spcAft>
                <a:spcPts val="1000"/>
              </a:spcAft>
              <a:defRPr b="1" sz="2000"/>
            </a:pPr>
            <a:r>
              <a:t>核心功能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一键提取小宇宙播客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AI自动生成摘要、思维导图、关键观点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用户可以添加笔记、高亮、标签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与Notion/Obsidian/飞书文档集成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"我的播客知识库"</a:t>
            </a:r>
          </a:p>
          <a:p>
            <a:pPr>
              <a:spcAft>
                <a:spcPts val="1000"/>
              </a:spcAft>
              <a:defRPr b="1" sz="2000"/>
            </a:pPr>
            <a:r>
              <a:t>差异化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飞书/通义：转录工具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你：播客学习工具 ⭐</a:t>
            </a:r>
          </a:p>
          <a:p>
            <a:pPr>
              <a:spcAft>
                <a:spcPts val="1000"/>
              </a:spcAft>
              <a:defRPr b="1" sz="2000"/>
            </a:pPr>
            <a:r>
              <a:t>优势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更高的价值感知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更强的用户粘性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更难被竞品复制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替代方案2：B端播客制作助手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核心思路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服务播客主，而不是听众</a:t>
            </a:r>
          </a:p>
          <a:p>
            <a:pPr>
              <a:spcAft>
                <a:spcPts val="1000"/>
              </a:spcAft>
              <a:defRPr b="1" sz="2000"/>
            </a:pPr>
            <a:r>
              <a:t>核心功能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自动生成播客Show Notes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自动提取精彩片段（社交媒体推广）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自动生成多平台文案（小红书、微博、公众号）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播客数据分析和优化建议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多平台分发工具</a:t>
            </a:r>
          </a:p>
          <a:p>
            <a:pPr>
              <a:spcAft>
                <a:spcPts val="1000"/>
              </a:spcAft>
              <a:defRPr b="1" sz="2000"/>
            </a:pPr>
            <a:r>
              <a:t>商业模式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按集收费：¥19/集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订阅制：¥199/月，无限处理</a:t>
            </a:r>
          </a:p>
          <a:p>
            <a:pPr>
              <a:spcAft>
                <a:spcPts val="1000"/>
              </a:spcAft>
              <a:defRPr b="1" sz="2000"/>
            </a:pPr>
            <a:r>
              <a:t>优势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B端付费意愿更强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客单价更高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竞争更少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替代方案3：播客推荐+逐字稿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核心思路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从"工具"到"平台"</a:t>
            </a:r>
          </a:p>
          <a:p>
            <a:pPr>
              <a:spcAft>
                <a:spcPts val="1000"/>
              </a:spcAft>
              <a:defRPr b="1" sz="2000"/>
            </a:pPr>
            <a:r>
              <a:t>核心功能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基于用户兴趣推荐播客内容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推荐内容带逐字稿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用户可以"订阅话题"而不是"订阅播客"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AI总结最新播客内容</a:t>
            </a:r>
          </a:p>
          <a:p>
            <a:pPr>
              <a:spcAft>
                <a:spcPts val="1000"/>
              </a:spcAft>
              <a:defRPr b="1" sz="2000"/>
            </a:pPr>
            <a:r>
              <a:t>差异化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小宇宙：订阅播客，从头听到尾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你：订阅话题，AI帮你听 ⭐</a:t>
            </a:r>
          </a:p>
          <a:p>
            <a:pPr>
              <a:spcAft>
                <a:spcPts val="1000"/>
              </a:spcAft>
              <a:defRPr b="1" sz="2000"/>
            </a:pPr>
            <a:r>
              <a:t>优势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用户粘性更强（每天打开）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更高的DAU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更难被竞品复制（需要数据和算法）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技术栈推荐：MVP阶段（1-3个月）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目标</a:t>
            </a:r>
          </a:p>
          <a:p>
            <a:pPr>
              <a:spcAft>
                <a:spcPts val="1000"/>
              </a:spcAft>
              <a:defRPr b="1" sz="2000"/>
            </a:pPr>
            <a:r>
              <a:t>技术选型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前端：Next.js + React（快速开发，SEO友好）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后端：Python FastAPI（轻量级，易集成AI库）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数据库：SQLite → PostgreSQL（开始简单）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AI模型：WhisperX本地部署（开源免费）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部署：Railway/Render（免费额度够MVP）</a:t>
            </a:r>
          </a:p>
          <a:p>
            <a:pPr>
              <a:spcAft>
                <a:spcPts val="1000"/>
              </a:spcAft>
              <a:defRPr b="1" sz="2000"/>
            </a:pPr>
            <a:r>
              <a:t>成本</a:t>
            </a:r>
          </a:p>
          <a:p>
            <a:pPr>
              <a:spcAft>
                <a:spcPts val="1000"/>
              </a:spcAft>
              <a:defRPr b="1" sz="2000"/>
            </a:pPr>
            <a:r>
              <a:t>适合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技术栈推荐：成长期（3-12个月）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目标</a:t>
            </a:r>
          </a:p>
          <a:p>
            <a:pPr>
              <a:spcAft>
                <a:spcPts val="1000"/>
              </a:spcAft>
              <a:defRPr b="1" sz="2000"/>
            </a:pPr>
            <a:r>
              <a:t>技术升级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前端：Next.js + TailwindCSS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后端：FastAPI + Celery（异步任务队列）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数据库：PostgreSQL云托管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缓存：Redis（加速响应）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AI模型：WhisperX + GPU服务器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部署：阿里云/腾讯云（国内访问快）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CDN：七牛云/阿里云CDN</a:t>
            </a:r>
          </a:p>
          <a:p>
            <a:pPr>
              <a:spcAft>
                <a:spcPts val="1000"/>
              </a:spcAft>
              <a:defRPr b="1" sz="2000"/>
            </a:pPr>
            <a:r>
              <a:t>成本</a:t>
            </a:r>
          </a:p>
          <a:p>
            <a:pPr>
              <a:spcAft>
                <a:spcPts val="1000"/>
              </a:spcAft>
              <a:defRPr b="1" sz="2000"/>
            </a:pPr>
            <a:r>
              <a:t>适合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行动路线图：如果接受建议（转向播客知识管理）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第1-2周：MVP开发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小宇宙链接解析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WhisperX转录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基础AI摘要</a:t>
            </a:r>
          </a:p>
          <a:p>
            <a:pPr>
              <a:spcAft>
                <a:spcPts val="1000"/>
              </a:spcAft>
              <a:defRPr b="1" sz="2000"/>
            </a:pPr>
            <a:r>
              <a:t>第3-4周：用户测试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邀请20个种子用户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收集反馈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快速迭代</a:t>
            </a:r>
          </a:p>
          <a:p>
            <a:pPr>
              <a:spcAft>
                <a:spcPts val="1000"/>
              </a:spcAft>
              <a:defRPr b="1" sz="2000"/>
            </a:pPr>
            <a:r>
              <a:t>第2-3月：功能完善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笔记功能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高亮和标签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导出功能</a:t>
            </a:r>
          </a:p>
          <a:p>
            <a:pPr>
              <a:spcAft>
                <a:spcPts val="1000"/>
              </a:spcAft>
              <a:defRPr b="1" sz="2000"/>
            </a:pPr>
            <a:r>
              <a:t>第4-6月：商业化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行动路线图：如果坚持原方向（逐字稿工具）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/>
            </a:pPr>
            <a:r>
              <a:t>第1-4周：快速MVP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验证技术可行性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邀请5-10个朋友测试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评估用户反馈强度</a:t>
            </a:r>
          </a:p>
          <a:p>
            <a:pPr>
              <a:spcAft>
                <a:spcPts val="1000"/>
              </a:spcAft>
              <a:defRPr b="1" sz="2000"/>
            </a:pPr>
            <a:r>
              <a:t>第5-8周：早期推广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在播客社群推广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目标：50个注册用户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目标：10个付费用户</a:t>
            </a:r>
          </a:p>
          <a:p>
            <a:pPr>
              <a:spcAft>
                <a:spcPts val="1000"/>
              </a:spcAft>
              <a:defRPr b="1" sz="2000"/>
            </a:pPr>
            <a:r>
              <a:t>第9-12周：决策点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如果无法获得50个付费用户 → 停止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如果获得50个付费用户 → 继续</a:t>
            </a:r>
          </a:p>
          <a:p>
            <a:pPr>
              <a:spcAft>
                <a:spcPts val="1000"/>
              </a:spcAft>
              <a:defRPr b="1" sz="2000"/>
            </a:pPr>
            <a:r>
              <a:t>止损点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最大投入：¥30,000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最长时间：6个月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最少付费用户：100人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</a:defRPr>
            </a:pPr>
            <a:r>
              <a:t>综合评分：5.5/10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85216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技术可行性: 8/10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68880"/>
            <a:ext cx="512064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市场需求: 7/10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商业潜力: 4/10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个人开发适配度: 3/10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760720"/>
            <a:ext cx="146304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与大厂差异化: 2/10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35400"/>
                </a:solidFill>
              </a:defRPr>
            </a:pPr>
            <a:r>
              <a:t>⚠️ 结论：技术可行，但商业化困难，建议调整方向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